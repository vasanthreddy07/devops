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90" y="-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7484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https://learnmech.com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https://wealthquint.com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https://static.fmgsuite.com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https://media.cheggcdn.com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https://media.marketrealist.com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https://efinancemanagement.com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https://d2vlcm61l7u1fs.cloudfront.net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https://as1.ftcdn.net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https://finance.gov.capital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https://efinancemanagement.com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5011" y="856648"/>
            <a:ext cx="8195109" cy="1886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C00000"/>
                </a:solidFill>
                <a:latin typeface="Algerian" panose="04020705040A02060702" pitchFamily="82" charset="0"/>
                <a:ea typeface="Optima" pitchFamily="34" charset="-122"/>
                <a:cs typeface="Optima" pitchFamily="34" charset="-120"/>
              </a:rPr>
              <a:t>Introduction To Financial Management</a:t>
            </a:r>
            <a:endParaRPr lang="en-US" sz="3000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00A134-BAD0-C493-AAE3-B0F6DEBA16F9}"/>
              </a:ext>
            </a:extLst>
          </p:cNvPr>
          <p:cNvSpPr txBox="1"/>
          <p:nvPr/>
        </p:nvSpPr>
        <p:spPr>
          <a:xfrm>
            <a:off x="5029200" y="3669030"/>
            <a:ext cx="28498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Name: V Ashwitha</a:t>
            </a:r>
          </a:p>
          <a:p>
            <a:r>
              <a:rPr lang="en-US" dirty="0"/>
              <a:t>Roll No:125124672247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://learnmech.com/wp-content/uploads/2019/03/function-of-plann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to Financial Management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Financial management is a vital function in any organization.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involves planning, organizing, directing, and controlling financial activities.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Effective financial management helps in maximizing the value of the business.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ealthquint.com/wp-content/uploads/Objectives-of-Financial-Management-1000x65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Objectives of Financial Management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primary objective is to maximize shareholder wealth.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Financial management aims to ensure the availability of funds when needed.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also focuses on minimizing costs while optimizing financial resources.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static.fmgsuite.com/media/images/62a5ee3a-36b2-4e9f-b5a6-567ef816f2a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Financial Planning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Financial planning is the process of estimating future financial needs.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includes budgeting and forecasting to support strategic goals.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 solid financial plan helps businesses navigate uncertainties effectively.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media.cheggcdn.com/media/b5b/b5b3da0b-c283-46c5-8899-cba5e63635f8/php6oQSs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Financial Analysis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Financial analysis involves evaluating financial statements and ratios.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helps determine the organization’s profitability, liquidity, and solvency.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By analyzing financial data, management can make informed decisions.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media.marketrealist.com/brand-img/wxe5f1z--/2160x1130/uploads/2015/02/Part-2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Capital Structure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Capital structure refers to the mix of debt and equity financing.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An optimal capital structure minimizes the cost of capital.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balances risk and return to enhance the firm's value.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efinancemanagement.com/wp-content/uploads/2018/11/Working-Capital-Management-1-916x1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Working Capital Management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Working capital management ensures that a company has sufficient liquidity.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involves managing current assets and liabilities effectively.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Proper management of working capital enhances operational efficiency.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d2vlcm61l7u1fs.cloudfront.net/media/57a/57accbf8-09f3-43c6-9714-16030d4df19b/phpmr7wJ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Investment Decisions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Investment decisions focus on the allocation of resources to long-term assets.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involves evaluating potential projects through techniques like NPV and IRR.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Making sound investment decisions is crucial for long-term growth.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as1.ftcdn.net/v2/jpg/07/77/29/10/1000_F_777291061_ZMfGcIawtsmot2tZNWU6xpJ9fByklMYx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Risk Management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Financial management includes identifying and mitigating financial risks.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assesses risks related to market fluctuations, credit, and liquidity.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Effective risk management strategies protect the organization’s assets.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Financial Reporting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1043940" y="1143000"/>
            <a:ext cx="7056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Financial reporting provides stakeholders with crucial information about performance.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includes the preparation of financial statements in compliance with regulations.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Accurate reporting builds trust and transparency with investors and creditors.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efinancemanagement.com/wp-content/uploads/2021/07/Goals-of-International-Financial-manag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Financial management is essential for achieving an organization’s goals.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integrates various financial activities for optimum performance.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Understanding its principles is key for anyone involved in business management.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32CE06-7598-C718-CE9A-A2612B27F329}"/>
              </a:ext>
            </a:extLst>
          </p:cNvPr>
          <p:cNvSpPr/>
          <p:nvPr/>
        </p:nvSpPr>
        <p:spPr>
          <a:xfrm>
            <a:off x="1208690" y="966952"/>
            <a:ext cx="6768662" cy="230832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  <a:sp3d extrusionH="57150">
              <a:bevelT w="50800" h="38100" prst="riblet"/>
            </a:sp3d>
          </a:bodyPr>
          <a:lstStyle/>
          <a:p>
            <a:pPr algn="ctr"/>
            <a:r>
              <a:rPr lang="en-US" sz="7200" b="1" dirty="0">
                <a:ln w="12700">
                  <a:solidFill>
                    <a:srgbClr val="00B050"/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THANK  </a:t>
            </a:r>
          </a:p>
          <a:p>
            <a:pPr algn="ctr"/>
            <a:r>
              <a:rPr lang="en-US" sz="7200" b="1" dirty="0">
                <a:ln w="12700">
                  <a:solidFill>
                    <a:srgbClr val="00B050"/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                    YOU</a:t>
            </a:r>
          </a:p>
        </p:txBody>
      </p:sp>
    </p:spTree>
    <p:extLst>
      <p:ext uri="{BB962C8B-B14F-4D97-AF65-F5344CB8AC3E}">
        <p14:creationId xmlns:p14="http://schemas.microsoft.com/office/powerpoint/2010/main" val="2293477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463</Words>
  <Application>Microsoft Office PowerPoint</Application>
  <PresentationFormat>On-screen Show (16:9)</PresentationFormat>
  <Paragraphs>86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Algerian</vt:lpstr>
      <vt:lpstr>Arial</vt:lpstr>
      <vt:lpstr>Optima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Financial Management</dc:title>
  <dc:subject>Introduction To Financial Management</dc:subject>
  <dc:creator>SlideMake.com</dc:creator>
  <cp:lastModifiedBy>aswitha vanga</cp:lastModifiedBy>
  <cp:revision>2</cp:revision>
  <dcterms:created xsi:type="dcterms:W3CDTF">2025-04-02T07:39:56Z</dcterms:created>
  <dcterms:modified xsi:type="dcterms:W3CDTF">2025-04-02T07:58:36Z</dcterms:modified>
</cp:coreProperties>
</file>