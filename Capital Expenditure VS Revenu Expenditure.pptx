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9507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https://www.accountingformanagement.org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https://c8.alamy.com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https://pray.gelorailmu.com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https://study925.com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https://study925.com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https://keydifferences.com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https://pray.gelorailmu.com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https://i0.wp.com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make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3137" y="904875"/>
            <a:ext cx="8229600" cy="825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400" b="1" dirty="0">
                <a:solidFill>
                  <a:schemeClr val="accent5">
                    <a:lumMod val="50000"/>
                  </a:schemeClr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Capital Expenditure VS Revenue Expenditure</a:t>
            </a:r>
            <a:endParaRPr lang="en-US" sz="4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6753225" y="4391025"/>
            <a:ext cx="2390775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4AB1C2-7FF5-3ED5-29F2-B605ADD35CFF}"/>
              </a:ext>
            </a:extLst>
          </p:cNvPr>
          <p:cNvSpPr txBox="1"/>
          <p:nvPr/>
        </p:nvSpPr>
        <p:spPr>
          <a:xfrm>
            <a:off x="5991225" y="3937516"/>
            <a:ext cx="2543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 :</a:t>
            </a:r>
            <a:r>
              <a:rPr lang="en-US" dirty="0" err="1"/>
              <a:t>V.Srinidhi</a:t>
            </a:r>
            <a:endParaRPr lang="en-US" dirty="0"/>
          </a:p>
          <a:p>
            <a:r>
              <a:rPr lang="en-US" dirty="0"/>
              <a:t>Roll.no:125124672100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accountingformanagement.org/wp-content/uploads/2018/02/capital-and-revenue-expenditures-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Expenditures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Expenditures can be classified into two main categories: capital and revenue.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the differences between these types is crucial for financial management.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presentation will explore the definitions, characteristics, and implications of each type of expenditure.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8.alamy.com/comp/2H01Y74/money-bag-with-the-word-capex-capital-expenditure-capital-used-by-companies-to-acquire-or-upgrade-physical-assets-business-management-concept-2H01Y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What is Capital Expenditure?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Capital expenditure refers to funds used by an organization to acquire or upgrade physical assets.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type of expenditure is typically associated with long-term investments in property, plant, and equipment.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Examples include purchasing machinery, buildings, or vehicles that enhance operational capacity.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pray.gelorailmu.com/wp-content/uploads/2020/01/capital-expenditures-definition-overview-and-examples-with-capital-expenditure-report-template-1536x10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Characteristics of Capital Expenditure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Capital expenditures usually require a significant outlay of cash or resources.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are recorded as assets on the balance sheet and depreciated over time.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expenditures are often subject to budgeting and require detailed planning.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320040"/>
            <a:ext cx="875898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What is Revenue Expenditure?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543049" y="1428750"/>
            <a:ext cx="6410325" cy="2914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Revenue expenditure refers to the costs incurred for the day-to-day functioning of a business.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type of expenditure is typically short-term in nature and does not lead to asset creation.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Examples include salaries, rent, and utility bills that maintain operational efficiency.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Characteristics of Revenue Expenditure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Revenue expenditures are usually smaller in amount compared to capital expenditures.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are recorded as expenses on the income statement and affect profit in the current period.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expenditures are necessary for maintaining ongoing operations and generating revenue.</a:t>
            </a:r>
            <a:endParaRPr lang="en-US" sz="1600" dirty="0"/>
          </a:p>
        </p:txBody>
      </p:sp>
      <p:pic>
        <p:nvPicPr>
          <p:cNvPr id="2050" name="Picture 2" descr="Revenue Expenditure">
            <a:extLst>
              <a:ext uri="{FF2B5EF4-FFF2-40B4-BE49-F238E27FC236}">
                <a16:creationId xmlns:a16="http://schemas.microsoft.com/office/drawing/2014/main" id="{F60E1E34-0A29-553E-89F0-0527E4B39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450" y="1156335"/>
            <a:ext cx="4237025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keydifferences.com/wp-content/uploads/2015/02/capital-vs-revenue-expendi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Key Differences Between Capital and Revenue Expenditure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Capital expenditure is focused on asset acquisition, while revenue expenditure is concerned with operational costs.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impact on financial statements differs: capital expenditures capitalize, whereas revenue expenditures are expensed.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Capital expenditures are long-term investments, whereas revenue expenditures are short-term and recurring.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Financial Implications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Capital expenditures can improve a company's capacity and efficiency over time.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Revenue expenditures, while necessary, do not contribute to long-term asset value.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classification of expenditures is essential for accurate financial analysis and reporting.</a:t>
            </a:r>
            <a:endParaRPr lang="en-US" sz="1600" dirty="0"/>
          </a:p>
        </p:txBody>
      </p:sp>
      <p:pic>
        <p:nvPicPr>
          <p:cNvPr id="3074" name="Picture 2" descr="The Importance Of Understanding Financial Implications - FasterCapital">
            <a:extLst>
              <a:ext uri="{FF2B5EF4-FFF2-40B4-BE49-F238E27FC236}">
                <a16:creationId xmlns:a16="http://schemas.microsoft.com/office/drawing/2014/main" id="{447F6363-B8FD-0E34-B1C7-B77F5DA49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800100"/>
            <a:ext cx="4205709" cy="2385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pray.gelorailmu.com/wp-content/uploads/2020/01/capital-expenditures-definition-overview-and-examples-with-capital-expenditure-report-template-1536x10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Real-World Examples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company investing in a new factory represents capital expenditure aimed at expanding production.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Conversely, monthly office supply purchases are classified as revenue expenditures necessary for daily operations.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Each type of expenditure serves a distinct role in the overall financial strategy of an organization.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0.wp.com/tutorstips.com/wp-content/uploads/2020/03/Chart-of-Difference-Between-capital-and-revenue-receipts.png?ssl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the differences between capital and revenue expenditures is essential for financial planning.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Both types of expenditures play critical roles in an organization’s strategy and operations.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classification and management of these expenditures contribute to long-term sustainability and profitability.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hank You Statistics PowerPoint Template and Google Slides">
            <a:extLst>
              <a:ext uri="{FF2B5EF4-FFF2-40B4-BE49-F238E27FC236}">
                <a16:creationId xmlns:a16="http://schemas.microsoft.com/office/drawing/2014/main" id="{3FDC9878-BE66-4940-0FC5-89AC91577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22"/>
            <a:ext cx="9148843" cy="5140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7907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534</Words>
  <Application>Microsoft Office PowerPoint</Application>
  <PresentationFormat>On-screen Show (16:9)</PresentationFormat>
  <Paragraphs>76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Optima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Capital Expenditure VS Revenu Expenditure</dc:title>
  <dc:subject>Capital Expenditure VS Revenu Expenditure</dc:subject>
  <dc:creator>SlideMake.com</dc:creator>
  <cp:lastModifiedBy>aswitha vanga</cp:lastModifiedBy>
  <cp:revision>4</cp:revision>
  <dcterms:created xsi:type="dcterms:W3CDTF">2025-04-02T08:18:16Z</dcterms:created>
  <dcterms:modified xsi:type="dcterms:W3CDTF">2025-04-02T08:45:05Z</dcterms:modified>
</cp:coreProperties>
</file>