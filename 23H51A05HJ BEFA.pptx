
<file path=[Content_Types].xml><?xml version="1.0" encoding="utf-8"?>
<Types xmlns="http://schemas.openxmlformats.org/package/2006/content-types">
  <Default Extension="bin" ContentType="image/unknown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6715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https://learnbusinessconcepts.com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https://tutorstips.com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https://www.slideteam.net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https://7esl.com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https://scholarsclasses.com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https://www.coursehero.com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40267"/>
            <a:ext cx="7868356" cy="1919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Algerian" panose="04020705040A02060702" pitchFamily="82" charset="0"/>
                <a:ea typeface="Optima" pitchFamily="34" charset="-122"/>
                <a:cs typeface="Optima" pitchFamily="34" charset="-120"/>
              </a:rPr>
              <a:t>Elasticity Of Demand :Types Of Elasticity</a:t>
            </a:r>
            <a:endParaRPr lang="en-US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8D512-E942-4753-67DA-0EB499543356}"/>
              </a:ext>
            </a:extLst>
          </p:cNvPr>
          <p:cNvSpPr txBox="1"/>
          <p:nvPr/>
        </p:nvSpPr>
        <p:spPr>
          <a:xfrm>
            <a:off x="6005689" y="3939822"/>
            <a:ext cx="2472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 :V Vasanth Reddy</a:t>
            </a:r>
          </a:p>
          <a:p>
            <a:r>
              <a:rPr lang="en-US" dirty="0"/>
              <a:t>Roll No :23H51A05HJ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Elasticity of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680155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Elasticity of demand measures how quantity demanded responds to changes in price.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helps businesses and policymakers understand consumer behavior and market dynamics.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There are various types of elasticity that indicate different consumer responsiveness.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Price Elasticity of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038578" y="1143000"/>
            <a:ext cx="684106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Price elasticity of demand assesses how much the quantity demanded of a good changes when its price changes.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product is considered elastic if a price change leads to a substantial change in quantity demanded.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Conversely, if demand changes little with price changes, it is termed inelastic.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learnbusinessconcepts.com/wp-content/uploads/Types-of-Price-Elasticity-of-Demand-LearnBusinessConcepts.com--1024x5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Types </a:t>
            </a:r>
            <a:r>
              <a:rPr lang="en-US" sz="2400" b="1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of Elasticity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Price elasticity can be classified into elastic, inelastic, and unitary elasticity.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Elastic demand has a coefficient greater than 1, indicating high sensitivity to price changes.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Inelastic demand has a coefficient less than 1, showing low sensitivity to price changes.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tutorstips.com/wp-content/uploads/2019/10/Income-elastic-De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Income Elasticity of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Income elasticity of demand measures how the quantity demanded changes as consumer income changes.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positive income elasticity indicates that demand increases as income rises, typical for normal goods.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negative income elasticity suggests that demand decreases as income rises, characteristic of inferior goods.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www.slideteam.net/media/catalog/product/cache/960x720/p/r/price_elasticity_graph_price_vs_quantity_demanded_per_period_Slide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Cross-Price Elasticity of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Cross-price elasticity assesses how the quantity demanded of one good changes in response to the price change of another good.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positive cross-price elasticity indicates that the goods are substitutes, meaning demand for one increases with the price of the other.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negative cross-price elasticity suggests that the goods are complements, where demand for one decreases when the price of the other increases.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7esl.com/wp-content/uploads/2023/12/Elastic_vs._Inelastic_-768x9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Perfectly Elastic vs. Perfectly Inelastic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Perfectly elastic demand implies that any price increase leads to zero quantity demanded.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Perfectly inelastic demand means that quantity demanded remains constant regardless of price changes.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extremes are theoretical concepts, used to illustrate the range of consumer responsiveness.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scholarsclasses.com/blog/wp-content/uploads/2021/11/Factors-Influencing-the-Elasticity-of-Demand-1536x86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Factors Influencing Elasticity of Demand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Several factors affect the elasticity of demand, including the availability of substitutes and the proportion of income spent on the good.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Necessity goods tend to have inelastic demand, while luxury items are usually more elastic.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Time horizon also plays a role; demand can become more elastic over the long term as consumers adjust their behavior.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1196622" y="1388533"/>
            <a:ext cx="5554134" cy="22916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 types of elasticity is crucial for effective pricing strategies and revenue forecasting.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Businesses can tailor their marketing efforts based on elasticity insights to maximize sales.</a:t>
            </a:r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14DEDE-DBDD-27F1-5B9C-9306EED38E03}"/>
              </a:ext>
            </a:extLst>
          </p:cNvPr>
          <p:cNvSpPr txBox="1"/>
          <p:nvPr/>
        </p:nvSpPr>
        <p:spPr>
          <a:xfrm>
            <a:off x="2867378" y="1605887"/>
            <a:ext cx="6141155" cy="2800767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rgbClr val="C00000"/>
                </a:solidFill>
              </a:rPr>
              <a:t>THANK</a:t>
            </a:r>
            <a:r>
              <a:rPr lang="en-US" sz="8800" dirty="0"/>
              <a:t> </a:t>
            </a:r>
          </a:p>
          <a:p>
            <a:r>
              <a:rPr lang="en-US" sz="8800" dirty="0"/>
              <a:t>       YOU</a:t>
            </a:r>
          </a:p>
        </p:txBody>
      </p:sp>
    </p:spTree>
    <p:extLst>
      <p:ext uri="{BB962C8B-B14F-4D97-AF65-F5344CB8AC3E}">
        <p14:creationId xmlns:p14="http://schemas.microsoft.com/office/powerpoint/2010/main" val="212908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518</Words>
  <Application>Microsoft Office PowerPoint</Application>
  <PresentationFormat>On-screen Show (16:9)</PresentationFormat>
  <Paragraphs>68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Elastcity Of Demand :Types Of Elasticity</dc:title>
  <dc:subject>Elastcity Of Demand :Types Of Elasticity</dc:subject>
  <dc:creator>SlideMake.com</dc:creator>
  <cp:lastModifiedBy>aswitha vanga</cp:lastModifiedBy>
  <cp:revision>3</cp:revision>
  <dcterms:created xsi:type="dcterms:W3CDTF">2025-03-02T11:58:12Z</dcterms:created>
  <dcterms:modified xsi:type="dcterms:W3CDTF">2025-03-19T08:34:48Z</dcterms:modified>
</cp:coreProperties>
</file>