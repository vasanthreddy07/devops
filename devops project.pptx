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" charset="1" panose="020B0500040000020004"/>
      <p:regular r:id="rId16"/>
    </p:embeddedFont>
    <p:embeddedFont>
      <p:font typeface="Georgia Pro Condensed" charset="1" panose="02040506050405020303"/>
      <p:regular r:id="rId17"/>
    </p:embeddedFont>
    <p:embeddedFont>
      <p:font typeface="Helvetica World Bold" charset="1" panose="020B0800040000020004"/>
      <p:regular r:id="rId18"/>
    </p:embeddedFont>
    <p:embeddedFont>
      <p:font typeface="Helvetica World Italics" charset="1" panose="020B050004000009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43A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967" y="5157990"/>
            <a:ext cx="10991466" cy="320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8"/>
              </a:lnSpc>
            </a:pPr>
            <a:r>
              <a:rPr lang="en-US" sz="4929" spc="-73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Batch No:-17</a:t>
            </a:r>
          </a:p>
          <a:p>
            <a:pPr algn="l">
              <a:lnSpc>
                <a:spcPts val="6408"/>
              </a:lnSpc>
            </a:pPr>
            <a:r>
              <a:rPr lang="en-US" sz="4929" spc="-73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 Vasanth Reddy      23H51A05HJ</a:t>
            </a:r>
          </a:p>
          <a:p>
            <a:pPr algn="l">
              <a:lnSpc>
                <a:spcPts val="6408"/>
              </a:lnSpc>
            </a:pPr>
            <a:r>
              <a:rPr lang="en-US" sz="4929" spc="-73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Tushar                          23H51A05HM</a:t>
            </a:r>
          </a:p>
          <a:p>
            <a:pPr algn="l" marL="0" indent="0" lvl="0">
              <a:lnSpc>
                <a:spcPts val="6408"/>
              </a:lnSpc>
            </a:pPr>
            <a:r>
              <a:rPr lang="en-US" sz="4929" spc="-73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Shiva Manohar       23H51A05HP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F8F9F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Unit Testing and TDD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C757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8F9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43A4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Introduction to Testing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Unit Testing and TDD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Unit Testing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b="true" sz="2000" spc="-30" strike="noStrike" u="none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Unit testing</a:t>
              </a: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involves validating the smallest parts of an application, such as functions and components, in isolation to ensure they work correctly under various conditions.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30525"/>
            <a:chOff x="0" y="0"/>
            <a:chExt cx="5346700" cy="3907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Test-Driven Development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846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b="true" sz="2000" spc="-30" strike="noStrike" u="none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TDD</a:t>
              </a: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a software development approach where tests are written before the code itself, guiding the development process and ensuring that the final product meets defined requirements.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59100"/>
            <a:chOff x="0" y="0"/>
            <a:chExt cx="5346700" cy="39454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Importance for React/JS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85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Testing React and JavaScript applications enhances </a:t>
              </a:r>
              <a:r>
                <a:rPr lang="en-US" b="true" sz="2000" spc="-30" strike="noStrike" u="none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reliability and maintainability</a:t>
              </a: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making debugging faster and ensuring that changes do not inadvertently break existing functionality.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B5157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8F9F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Writing Unit Tests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8F9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Essential practices for React applications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C757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8F9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43A4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Core Practices of Unit Testing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Essential concepts for effective testing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Structure of Tests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Unit tests typically follow a structure with </a:t>
              </a:r>
              <a:r>
                <a:rPr lang="en-US" sz="2000" i="true" spc="-30" strike="noStrike" u="none">
                  <a:solidFill>
                    <a:srgbClr val="6C757D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describe</a:t>
              </a: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sz="2000" i="true" spc="-30" strike="noStrike" u="none">
                  <a:solidFill>
                    <a:srgbClr val="6C757D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it</a:t>
              </a: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blocks, allowing clear organization of test cases and assertions for better readability and maintenance.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Testing Functions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Testing JavaScript functions involves creating isolated tests for pure functions, ensuring they produce expected outputs for given inputs, facilitating easier debugging and verification of logic.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Testing Components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6C757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When testing React components, utilize tools like Jest and React Testing Library for shallow rendering, snapshot tests, and simulating user interactions to validate component behavior in different scenarios.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07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43A4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React Testing Library Tips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8F9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Enhance your unit testing experience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8F9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DOM Interaction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Using React Testing Library allows for seamless testing of DOM interactions, such as clicks and inputs, ensuring components behave as expected during user interactions.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49525"/>
            <a:chOff x="0" y="0"/>
            <a:chExt cx="5346700" cy="3399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8F9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Effective Tests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Keep your tests small and focused to enhance maintainability. Isolated tests minimize dependencies, making it easier to pinpoint failures and improve overall code quality.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8F9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Mocking Dependencies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When testing components, mock external dependencies to isolate behavior and prevent side effects. This leads to more reliable tests and ensures that your component logic is thoroughly validated.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B5157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8F9F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Applying TDD Workflow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8F9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Steps to Enhance Development Quality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34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57562"/>
            <a:ext cx="544593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F8F9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Red Phase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086350"/>
            <a:ext cx="5445932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the Red Phase, developers write a failing test that defines a desired functionality, establishing a clear goal before coding. This highlights what needs to be achieved.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57562"/>
            <a:ext cx="544618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F8F9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Green Phase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086350"/>
            <a:ext cx="544618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Green Phase involves writing just enough code to make the test pass. It focuses on fulfilling the test criteria without over-engineering the solution.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3357562"/>
            <a:ext cx="5448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F8F9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Refactor Phase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086350"/>
            <a:ext cx="5448300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During the Refactor Phase, the code is refined for clarity and efficiency while maintaining test integrity. This step enhances code quality and prepares it for future changes.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F8F9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8F9F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TDD Cycle Overview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7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43A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Benefits and Challenges of TDD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837373"/>
            <a:chOff x="0" y="0"/>
            <a:chExt cx="9182100" cy="24498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Writing Good Tests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95189"/>
              <a:ext cx="9182100" cy="1154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Crafting effective tests requires </a:t>
              </a:r>
              <a:r>
                <a:rPr lang="en-US" b="true" sz="2499" spc="-37" strike="noStrike" u="none">
                  <a:solidFill>
                    <a:srgbClr val="343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clear requirements and focus</a:t>
              </a:r>
              <a:r>
                <a:rPr lang="en-US" sz="2499" spc="-37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6C757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6C757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6C757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808798"/>
            <a:chOff x="0" y="0"/>
            <a:chExt cx="9182100" cy="24117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9182100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Fewer Bugs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295189"/>
              <a:ext cx="9182100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Writing tests first helps </a:t>
              </a:r>
              <a:r>
                <a:rPr lang="en-US" b="true" sz="2499" spc="-37" strike="noStrike" u="none">
                  <a:solidFill>
                    <a:srgbClr val="343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catch issues early</a:t>
              </a:r>
              <a:r>
                <a:rPr lang="en-US" sz="2499" spc="-37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 development.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808798"/>
            <a:chOff x="0" y="0"/>
            <a:chExt cx="9182100" cy="24117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9182100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6C757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Better Design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295189"/>
              <a:ext cx="9182100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TDD promotes </a:t>
              </a:r>
              <a:r>
                <a:rPr lang="en-US" b="true" sz="2499" spc="-37" strike="noStrike" u="none">
                  <a:solidFill>
                    <a:srgbClr val="343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thoughtful architecture</a:t>
              </a:r>
              <a:r>
                <a:rPr lang="en-US" sz="2499" spc="-37" strike="noStrike" u="none">
                  <a:solidFill>
                    <a:srgbClr val="343A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clean code.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8F9F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Embrace Unit Testing and TDD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Unit testing and TDD significantly enhance code quality and reliability. </a:t>
            </a:r>
            <a:r>
              <a:rPr lang="en-US" b="true" sz="2499" spc="-37" strike="noStrike" u="none">
                <a:solidFill>
                  <a:srgbClr val="F8F9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Start practicing</a:t>
            </a:r>
            <a:r>
              <a:rPr lang="en-US" sz="2499" spc="-37" strike="noStrike" u="none">
                <a:solidFill>
                  <a:srgbClr val="F8F9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these methods in your projects to see improvements in design and maintainability; use available resources to guide your journey.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07B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343A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Unit Testing and TDD</dc:description>
  <dc:identifier>DAG3cPj-Yuw</dc:identifier>
  <dcterms:modified xsi:type="dcterms:W3CDTF">2011-08-01T06:04:30Z</dcterms:modified>
  <cp:revision>1</cp:revision>
  <dc:title>Presentation - Unit Testing and TDD</dc:title>
</cp:coreProperties>
</file>