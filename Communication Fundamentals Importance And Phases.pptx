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https://www.flipwit.com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https://www.atap-us.org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https://www.slideteam.net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https://www.slideteam.net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https://www.slideteam.net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https://www.slideteam.net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https://aprika.com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https://c8.alamy.com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https://images.examples.com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https://www.talentproindia.com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lidemak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Communication Fundamentals Importance And Phases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Optima" pitchFamily="34" charset="0"/>
                <a:ea typeface="Optima" pitchFamily="34" charset="-122"/>
                <a:cs typeface="Opti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flipwit.com/wp-content/uploads/2018/01/10-rules-to-convey-a-message-effectively-724x1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Communication Fundamentals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Communication is the process through which we convey information, thoughts, and feelings.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encompasses verbal, non-verbal, written, and visual forms.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its fundamentals is vital for effective interaction in personal and professional settings.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atap-us.org/wp-content/uploads/vecteezy_silhouette-of-closeup-woman-and-man-hand-connecting-a-piece-of-jigsaw-puzzle-over-sunlight-effect-symbol-of-association-and-connection-concept-business-strategy_2910115-scal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Importance of Communication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Effective communication fosters better relationships and understanding among individuals.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plays a crucial role in teamwork and collaboration in various environments.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Strong communication skills can enhance both personal and professional growth.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slideteam.net/media/catalog/product/cache/960x720/c/o/communication_model_showing_sender_message_channel_receiver_and_feedback_Slide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Key Components of Communication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key components include the sender, message, medium, receiver, and feedback.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Each component plays a critical role in ensuring the message is conveyed accurately.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these components helps to identify barriers to effective communication.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slideteam.net/media/catalog/product/cache/1280x720/c/o/communication_model_showing_sender_noise_receiver_and_encoding_message_Slide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Communication Process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communication process is a cyclical model that involves the sender encoding the message.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message is then transmitted through a chosen medium to the receiver.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Finally, feedback is collected to assess the effectiveness of the communication.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slideteam.net/media/catalog/product/cache/1280x720/e/n/enterprise_project_plan_and_execution_phases_slide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Phases of Communication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communication process can be broken down into distinct phases: Planning, Execution, and Evaluation.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Each phase requires specific skills and strategies to ensure successful communication.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these phases can lead to more effective and purposeful interactions.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slideteam.net/media/catalog/product/cache/1280x720/b/e/benefits_of_identifying_correct_target_audience_for_organizational_event_communication_strategies_slide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Phase 1: Planning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Planning involves identifying the purpose of the communication and the target audience.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During this phase, the sender must decide on the key messages to convey.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Effective planning establishes a clear framework for the subsequent phases.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aprika.com/wp-content/uploads/2022/07/Execution-pha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Phase 2: Execution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Execution is the phase where the planned message is delivered through the chosen medium.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requires attention to tone, clarity, and engagement to ensure the message resonates.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Successful execution also involves active listening and responsiveness from the receiver.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c8.alamy.com/comp/2C7T6N5/online-survey-isometric-vector-illustration-filling-questionnaire-choosing-option-on-website-gathering-information-and-feedback-customer-service-evaluation-cartoon-conceptual-design-element-2C7T6N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Phase 3: Evaluation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Evaluation involves gathering feedback to assess the effectiveness of the communication.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phase helps identify any misunderstandings and areas for improvement.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Continuous evaluation fosters a culture of open communication and growth.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mages.examples.com/wp-content/uploads/2023/12/Examples-of-Language-barriers-to-Commun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Barriers to Effective Communication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Common barriers include language differences, cultural misunderstandings, and emotional biases.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Identifying these barriers is essential for overcoming challenges in communication.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Strategies to mitigate these barriers involve active listening and empathy.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talentproindia.com/wp-content/uploads/2022/10/Communication-Skills-Essential-for-Workplace-Success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Mastering communication fundamentals is essential for success in all areas of life.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the importance and phases of communication enhances interpersonal skills.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continually refining communication practices, individuals can improve their interactions significantly.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Adler, R. B., Rosenfeld, L. B., &amp; Proctor, R. F. (2016). Interplay: The Process of Interpersonal Communication. Oxford University Press.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Beebe, S. A., Beebe, S. J., &amp; Ivy, D. K. (2016). Communication Principles for a Lifetime. Pearson.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Wood, J. T. (2016). Communication Mosaics: An Introduction to the Field of Communication. Cengage Learning.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Feel free to customize or expand upon any slides as needed!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 Fundamentals Importance And Phases</dc:title>
  <dc:subject>Communication Fundamentals Importance And Phases</dc:subject>
  <dc:creator>SlideMake.com</dc:creator>
  <cp:lastModifiedBy>SlideMake.com</cp:lastModifiedBy>
  <cp:revision>1</cp:revision>
  <dcterms:created xsi:type="dcterms:W3CDTF">2025-04-02T08:52:49Z</dcterms:created>
  <dcterms:modified xsi:type="dcterms:W3CDTF">2025-04-02T08:52:49Z</dcterms:modified>
</cp:coreProperties>
</file>